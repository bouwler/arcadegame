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Roboto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Roboto-regular.fntdata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-italic.fntdata"/><Relationship Id="rId14" Type="http://schemas.openxmlformats.org/officeDocument/2006/relationships/font" Target="fonts/Roboto-bold.fntdata"/><Relationship Id="rId16" Type="http://schemas.openxmlformats.org/officeDocument/2006/relationships/font" Target="fonts/Robot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ca770912e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ca770912e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ca770912e5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ca770912e5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ca770912e5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ca770912e5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ca770912e5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ca770912e5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ca770912e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ca770912e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ca770912e5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ca770912e5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Проект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Аманов Тимур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https://github.com/bouwler/ArcadeGame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45454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b="1" lang="ru" sz="2500"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Основные В</a:t>
            </a:r>
            <a:r>
              <a:rPr b="1" lang="ru" sz="2500"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озможности</a:t>
            </a:r>
            <a:endParaRPr b="1" sz="2500">
              <a:highlight>
                <a:schemeClr val="lt1"/>
              </a:highlight>
            </a:endParaRPr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120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Управление персонажем (WASD/стрелки)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Сбор “зелёных задач” (+10 очков)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Уничтожение “красных дистракторов” (+8 очков)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Сохранение рекорда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62" name="Google Shape;6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48275" y="2696575"/>
            <a:ext cx="3247450" cy="2268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45454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b="1" lang="ru" sz="25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Структура Проекта</a:t>
            </a:r>
            <a:endParaRPr b="1" sz="25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2500">
              <a:highlight>
                <a:schemeClr val="lt1"/>
              </a:highlight>
            </a:endParaRPr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144850" y="833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120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main.py - точка входа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game.py - главный класс игры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sprites.py - классы спрайтов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constants.py - константы и настройки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utils.py - работа с рекордами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69" name="Google Shape;6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58225" y="2889850"/>
            <a:ext cx="4282125" cy="187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45454"/>
              </a:lnSpc>
              <a:spcBef>
                <a:spcPts val="2400"/>
              </a:spcBef>
              <a:spcAft>
                <a:spcPts val="0"/>
              </a:spcAft>
              <a:buSzPts val="990"/>
              <a:buNone/>
            </a:pPr>
            <a:r>
              <a:rPr b="1" lang="ru" sz="25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Главное Окно Игры</a:t>
            </a:r>
            <a:endParaRPr b="1" sz="25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500">
              <a:highlight>
                <a:schemeClr val="lt1"/>
              </a:highlight>
            </a:endParaRPr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120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Меню с тремя пунктами (Старт, Рекорд, Выход)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Игровое поле с персонажем и объектами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HUD с отображением очков, уровня и HP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Экран паузы (P) и Game Over</a:t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76" name="Google Shape;7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4301" y="2677900"/>
            <a:ext cx="3389201" cy="225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00800" y="2677900"/>
            <a:ext cx="3389201" cy="22594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45454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b="1" lang="ru" sz="25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Игровой Персонаж</a:t>
            </a:r>
            <a:endParaRPr b="1" sz="2500">
              <a:highlight>
                <a:schemeClr val="lt1"/>
              </a:highlight>
            </a:endParaRPr>
          </a:p>
        </p:txBody>
      </p:sp>
      <p:sp>
        <p:nvSpPr>
          <p:cNvPr id="83" name="Google Shape;83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120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Класс Player (наследник SpriteSolidColor)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Движение во всех направлениях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Система здоровья (5 HP)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Перезарядка выстрелов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Ограничение движения границами экрана</a:t>
            </a:r>
            <a:endParaRPr b="1"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84" name="Google Shape;8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33106" y="1152475"/>
            <a:ext cx="1991300" cy="2267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45454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b="1" lang="ru" sz="25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Процесс Игры</a:t>
            </a:r>
            <a:endParaRPr b="1" sz="25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" name="Google Shape;90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120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AutoNum type="arabicPeriod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Старт из главного меню (клавиша 1)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AutoNum type="arabicPeriod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Движение WASD/стрелки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AutoNum type="arabicPeriod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Стрельба пробел/клик мыши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AutoNum type="arabicPeriod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Сбор задач и уничтожение врагов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AutoNum type="arabicPeriod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Повышение уровня каждые 200 очков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AutoNum type="arabicPeriod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Game Over при 0 HP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</p:txBody>
      </p:sp>
      <p:pic>
        <p:nvPicPr>
          <p:cNvPr id="91" name="Google Shape;9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57001" y="3064575"/>
            <a:ext cx="2688001" cy="1877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45454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b="1" lang="ru" sz="25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Система Уровней</a:t>
            </a:r>
            <a:endParaRPr b="1" sz="2500">
              <a:highlight>
                <a:schemeClr val="lt1"/>
              </a:highlight>
            </a:endParaRPr>
          </a:p>
        </p:txBody>
      </p:sp>
      <p:sp>
        <p:nvSpPr>
          <p:cNvPr id="97" name="Google Shape;97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120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Каждые 200 очков +1 уровень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Увеличение скорости врагов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Уменьшение интервалов спавна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Частичное восстановление HP</a:t>
            </a:r>
            <a:endParaRPr sz="2000">
              <a:solidFill>
                <a:srgbClr val="F9FAFB"/>
              </a:solidFill>
              <a:highlight>
                <a:schemeClr val="lt1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Clr>
                <a:srgbClr val="F9FAFB"/>
              </a:buClr>
              <a:buSzPts val="2000"/>
              <a:buFont typeface="Roboto"/>
              <a:buChar char="●"/>
            </a:pPr>
            <a:r>
              <a:rPr lang="ru" sz="2000">
                <a:solidFill>
                  <a:srgbClr val="F9FAFB"/>
                </a:solidFill>
                <a:highlight>
                  <a:schemeClr val="lt1"/>
                </a:highlight>
                <a:latin typeface="Roboto"/>
                <a:ea typeface="Roboto"/>
                <a:cs typeface="Roboto"/>
                <a:sym typeface="Roboto"/>
              </a:rPr>
              <a:t>Рост награды за задачи и врагов</a:t>
            </a:r>
            <a:endParaRPr sz="20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000">
              <a:highlight>
                <a:schemeClr val="lt1"/>
              </a:highlight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