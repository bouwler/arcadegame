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a770912e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a770912e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a770912e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a770912e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a770912e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a770912e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a770912e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a770912e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a770912e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a770912e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a770912e5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a770912e5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Проект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Аманов Тимур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https://github.com/bouwler/ArcadeGame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45454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b="1" lang="ru" sz="25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Основные В</a:t>
            </a:r>
            <a:r>
              <a:rPr b="1" lang="ru" sz="25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озможности</a:t>
            </a:r>
            <a:endParaRPr b="1" sz="2500">
              <a:highlight>
                <a:schemeClr val="lt1"/>
              </a:highlight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Управление персонажем (WASD/стрелки)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Сбор зелёных задач (+10 очков)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Уничтожение красных дистракторов (+8 очков)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Сохранение рекорда</a:t>
            </a:r>
            <a:endParaRPr sz="2000">
              <a:highlight>
                <a:schemeClr val="lt1"/>
              </a:highlight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8275" y="2696575"/>
            <a:ext cx="3247450" cy="2268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ru" sz="25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Структура Проекта</a:t>
            </a:r>
            <a:endParaRPr b="1" sz="25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highlight>
                <a:schemeClr val="lt1"/>
              </a:highlight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144850" y="833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main.py - точка входа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game.py - главный класс игры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sprites.py - классы спрайтов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constants.py - константы и настройки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utils.py - работа с рекордами</a:t>
            </a:r>
            <a:endParaRPr sz="2000">
              <a:highlight>
                <a:schemeClr val="lt1"/>
              </a:highlight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8225" y="2889850"/>
            <a:ext cx="4282125" cy="187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SzPts val="990"/>
              <a:buNone/>
            </a:pPr>
            <a:r>
              <a:rPr b="1" lang="ru" sz="25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Главное Окно Игры</a:t>
            </a:r>
            <a:endParaRPr b="1" sz="25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00">
              <a:highlight>
                <a:schemeClr val="lt1"/>
              </a:highlight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Меню с тремя пунктами (Старт, Рекорд, Выход)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Игровое поле с персонажем и объектами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HUD с отображением очков, уровня и HP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Экран паузы (P) и Game Over</a:t>
            </a:r>
            <a:endParaRPr sz="2000">
              <a:highlight>
                <a:schemeClr val="lt1"/>
              </a:highlight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301" y="2677900"/>
            <a:ext cx="3389201" cy="22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0800" y="2677900"/>
            <a:ext cx="3389201" cy="2259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45454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b="1" lang="ru" sz="25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Игровой Персонаж</a:t>
            </a:r>
            <a:endParaRPr b="1" sz="2500">
              <a:highlight>
                <a:schemeClr val="lt1"/>
              </a:highlight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Класс Player (наследник SpriteSolidColor)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Движение во всех направлениях (W, A, S, D)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Система здоровья (5 HP)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Перезарядка выстрелов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Ограничение движения границами экрана</a:t>
            </a:r>
            <a:endParaRPr b="1"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highlight>
                <a:schemeClr val="lt1"/>
              </a:highlight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3106" y="1152475"/>
            <a:ext cx="1991300" cy="226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45454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b="1" lang="ru" sz="25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Процесс Игры</a:t>
            </a:r>
            <a:endParaRPr b="1" sz="25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AutoNum type="arabicPeriod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Старт из главного меню (клавиша 1)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AutoNum type="arabicPeriod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Движение WASD/стрелки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AutoNum type="arabicPeriod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Стрельба пробел/клик мыши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AutoNum type="arabicPeriod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Сбор задач и уничтожение врагов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AutoNum type="arabicPeriod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Повышение уровня каждые 200 очков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AutoNum type="arabicPeriod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Game Over при 0 HP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highlight>
                <a:schemeClr val="lt1"/>
              </a:highlight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7001" y="3064575"/>
            <a:ext cx="2688001" cy="187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45454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b="1" lang="ru" sz="25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Система Уровней</a:t>
            </a:r>
            <a:endParaRPr b="1" sz="2500">
              <a:highlight>
                <a:schemeClr val="lt1"/>
              </a:highlight>
            </a:endParaRPr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Каждые 200 очков +1 уровень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Увеличение скорости врагов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Уменьшение интервалов спавна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Частичное восстановление HP</a:t>
            </a:r>
            <a:endParaRPr sz="20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Рост награды за задачи и врагов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highlight>
                <a:schemeClr val="lt1"/>
              </a:highlight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1450" y="3543075"/>
            <a:ext cx="4293400" cy="83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